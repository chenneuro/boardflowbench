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awagent_prompt_filetree_comparison_slide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docProps/app.xml><?xml version="1.0" encoding="utf-8"?>
<Properties xmlns="http://schemas.openxmlformats.org/officeDocument/2006/extended-properties">
  <Application>BoardFlowBench</Application>
  <PresentationFormat>Wide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Raw Agent-MD Prompt and File Tree Comparison</dc:title>
  <dc:creator>BoardFlowBench</dc:creator>
</cp:coreProperties>
</file>